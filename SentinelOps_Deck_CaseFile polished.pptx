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of the file. Five agents through Band, zero autonomous decisions, the human signs. Name the three partners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person. Amara is under-resourced against a deadline. One model can't hold five conflicting perspectives — you need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one line: Analyst maps and broadcasts through Band; Devil's Advocate and Precedent run in parallel; Risk scores; Briefing writes; the human decides. Say 'through Band' at the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Judging-critical. Name all three Band capabilities: parallel broadcast, shared room context, observable audit trail. Stress the audit trail is downloadable — the Track 3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Originality + partner point. Three LLM frameworks — httpx, LangChain, OpenAI SDK — coordinate in one Band room. AI/ML API powers four agents; Featherless is Precedent's primary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Proof. Walk the four findings — board resolution, rejected vendor, hidden lock-in, liability cap. The stamp lands the verdict; the system recommended but did not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scenarios from one architecture proves it's a platform. The agent disagreement shows independent perspectives, not puppets — the originality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wins Track 3 — no other team demos a downloadable, compliance-ready audit trail. Say 'zero autonomous decisions.' The signature line makes human authority literal.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all three partners once more. Featherless is Precedent's primary provider on Qwen3-30B-A3B. Three frameworks coordinate through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'The human decides' is the last line. Repeat $2.4M, zero autonomous decisions. Point to repo and demo. Confirm names and live URL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DECISION 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82335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OF AGENTS HACKATHON 2026 · TRACK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Sentinel</a:t>
            </a:r>
            <a:pPr indent="0" marL="0">
              <a:buNone/>
            </a:pPr>
            <a:r>
              <a:rPr lang="en-US" sz="7800" b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7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Decision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AI agents. One coordinated team. </a:t>
            </a:r>
            <a:pPr indent="0" marL="0">
              <a:buNone/>
            </a:pPr>
            <a:r>
              <a:rPr lang="en-US" sz="1800" b="1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days.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  ·   AI/ML API   ·   FEATHERLESS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420000">
            <a:off x="8869680" y="406908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0"/>
            </a:srgbClr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 rot="-420000">
            <a:off x="8869680" y="4069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REVIEW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32"/>
              </a:lnSpc>
              <a:buNone/>
            </a:pPr>
            <a:r>
              <a:rPr lang="en-US" sz="33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 hours to sign. 74 pages to read.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22960" y="228600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Diallo, VP of Legal at Meridian Ventures, has 48 hours to sign a $1.8M partnership. Cross-referencing ten sections against company history, board resolutions, and financial benchmarks takes a team a week.
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isn't careless — she's under-resourced against a deadline.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ONE WEEK OF WORK. TWO DAYS ON THE CLOCK.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can't be neutral, adversarial, and historically aware at once. High-stakes decisions need a team of perspectives — before a human signs.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$1.8M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91856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VALUE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991856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OF CLAUSES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 hrs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991856" y="5038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DECIDE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specialists. One room. One brief.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175564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SentinelOps deploys five agents through Band — each with a distinct role, voice, and reasoning style. They review the document from five analytical perspectives simultaneously and deliver a quantified executive brief with a downloadable audit trail — in minutes, not days.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00200" y="4526280"/>
            <a:ext cx="1554480" cy="-822960"/>
          </a:xfrm>
          <a:prstGeom prst="line">
            <a:avLst/>
          </a:prstGeom>
          <a:noFill/>
          <a:ln w="25400">
            <a:solidFill>
              <a:srgbClr val="1F6FD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600200" y="4526280"/>
            <a:ext cx="1554480" cy="822960"/>
          </a:xfrm>
          <a:prstGeom prst="line">
            <a:avLst/>
          </a:prstGeom>
          <a:noFill/>
          <a:ln w="25400">
            <a:solidFill>
              <a:srgbClr val="1F6FD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886200" y="3703320"/>
            <a:ext cx="1920240" cy="82296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886200" y="5349240"/>
            <a:ext cx="1920240" cy="-822960"/>
          </a:xfrm>
          <a:prstGeom prst="line">
            <a:avLst/>
          </a:prstGeom>
          <a:noFill/>
          <a:ln w="25400">
            <a:solidFill>
              <a:srgbClr val="7A37D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537960" y="4526280"/>
            <a:ext cx="1371600" cy="0"/>
          </a:xfrm>
          <a:prstGeom prst="line">
            <a:avLst/>
          </a:prstGeom>
          <a:noFill/>
          <a:ln w="25400">
            <a:solidFill>
              <a:srgbClr val="B96A1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41080" y="4526280"/>
            <a:ext cx="1463040" cy="0"/>
          </a:xfrm>
          <a:prstGeom prst="line">
            <a:avLst/>
          </a:prstGeom>
          <a:noFill/>
          <a:ln w="25400">
            <a:solidFill>
              <a:srgbClr val="0E8A6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4160520"/>
            <a:ext cx="731520" cy="731520"/>
          </a:xfrm>
          <a:prstGeom prst="ellipse">
            <a:avLst/>
          </a:prstGeom>
          <a:solidFill>
            <a:srgbClr val="1F6FD6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337560"/>
            <a:ext cx="731520" cy="73152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26080" y="3337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0604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DEVIL'S ADV.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54680" y="4983480"/>
            <a:ext cx="731520" cy="731520"/>
          </a:xfrm>
          <a:prstGeom prst="ellipse">
            <a:avLst/>
          </a:prstGeom>
          <a:solidFill>
            <a:srgbClr val="7A37D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26080" y="4983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06040" y="5769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4160520"/>
            <a:ext cx="731520" cy="731520"/>
          </a:xfrm>
          <a:prstGeom prst="ellipse">
            <a:avLst/>
          </a:prstGeom>
          <a:solidFill>
            <a:srgbClr val="B96A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57784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5780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09560" y="4160520"/>
            <a:ext cx="731520" cy="731520"/>
          </a:xfrm>
          <a:prstGeom prst="ellipse">
            <a:avLst/>
          </a:prstGeom>
          <a:solidFill>
            <a:srgbClr val="0E8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8096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36092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104120" y="4160520"/>
            <a:ext cx="731520" cy="731520"/>
          </a:xfrm>
          <a:prstGeom prst="ellipse">
            <a:avLst/>
          </a:prstGeom>
          <a:solidFill>
            <a:srgbClr val="F2F0E9"/>
          </a:solidFill>
          <a:ln w="31750">
            <a:solidFill>
              <a:srgbClr val="1B1B2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87552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55548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DECIDES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889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BAND — PARALLEL BROADCAST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THE COORDINATION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 </a:t>
            </a:r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 what makes</a:t>
            </a:r>
            <a:endParaRPr lang="en-US" sz="3100" dirty="0"/>
          </a:p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them a team.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822960" y="3017520"/>
            <a:ext cx="201168" cy="201168"/>
          </a:xfrm>
          <a:prstGeom prst="rect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07008" y="2971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Parallel broadcast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7008" y="33741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posts once; Devil's Advocate and Precedent activate simultaneously. 2× faster than sequential review.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201168" cy="201168"/>
          </a:xfrm>
          <a:prstGeom prst="rect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07008" y="3886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room context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7008" y="42885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waits in the same room until both reviewers finish. Natural sync — no orchestration code.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846320"/>
            <a:ext cx="201168" cy="201168"/>
          </a:xfrm>
          <a:prstGeom prst="rect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07008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Observable audit trail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07008" y="52029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Band message is logged, timestamped, and downloadable. The traceability Track 3 demands.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84080" y="3611880"/>
            <a:ext cx="0" cy="-1298448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84080" y="3611880"/>
            <a:ext cx="1234897" cy="-401242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784080" y="3611880"/>
            <a:ext cx="763209" cy="1050466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784080" y="3611880"/>
            <a:ext cx="-763209" cy="1050466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784080" y="3611880"/>
            <a:ext cx="-1234897" cy="-401242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784080" y="2313432"/>
            <a:ext cx="1234897" cy="897206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784080" y="2313432"/>
            <a:ext cx="763209" cy="2348914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784080" y="2313432"/>
            <a:ext cx="-763209" cy="2348914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784080" y="2313432"/>
            <a:ext cx="-1234897" cy="897206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1018977" y="3210638"/>
            <a:ext cx="-471689" cy="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1018977" y="3210638"/>
            <a:ext cx="-1998106" cy="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1018977" y="3210638"/>
            <a:ext cx="-2469795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547289" y="4662346"/>
            <a:ext cx="-1526417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47289" y="4662346"/>
            <a:ext cx="-1998106" cy="-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020871" y="4662346"/>
            <a:ext cx="-471689" cy="-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628632" y="3456432"/>
            <a:ext cx="310896" cy="310896"/>
          </a:xfrm>
          <a:prstGeom prst="ellipse">
            <a:avLst/>
          </a:prstGeom>
          <a:solidFill>
            <a:srgbClr val="1B1B22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601200" y="2130552"/>
            <a:ext cx="365760" cy="36576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326880" y="2203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836097" y="3027758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561777" y="310091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364409" y="4479466"/>
            <a:ext cx="365760" cy="36576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090089" y="455261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37991" y="4479466"/>
            <a:ext cx="365760" cy="36576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563671" y="455261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66303" y="3027758"/>
            <a:ext cx="365760" cy="36576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091983" y="310091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D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Remove Band </a:t>
            </a:r>
            <a:pPr indent="0" marL="0">
              <a:buNone/>
            </a:pPr>
            <a:r>
              <a:rPr lang="en-US" sz="1500" b="1" i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SentinelOps is five scripts in a for-loop.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CROSS-FRAMEWORK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frameworks. One Band room.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577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320040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6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Devil's Advocate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Challenger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37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Historian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37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Featherless AI · primary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9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Scorer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8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Communicator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coordinates agents regardless of framework — three integration patterns, one coordination layer.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A — $1.8M GLOBALTECH PARTNERSHIP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read all 74 pages. Then it said no.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50392" y="224028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70432" y="2194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resolution BRD-2023-47 violated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2496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transfer to GlobalTech — §4.1, p.27.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" y="2990088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70432" y="2944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rejected 12 months ago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3246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penalty clauses and declining performance, unchanged.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0392" y="3739896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70432" y="36941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 lock-in, hidden in plain sight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70432" y="39959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and §9.4 — 33 pages apart — combine into exclusivity.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0392" y="4489704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70432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liability cap on a $1.8M deal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70432" y="47457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27.8% coverage of the contract value.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9244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$2.42M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8119872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FINANCIAL EXPOSURE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1987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/ 10 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-540000">
            <a:off x="7772400" y="4114800"/>
            <a:ext cx="3840480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0"/>
            </a:srgbClr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 rot="-540000">
            <a:off x="7772400" y="41148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SIGN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B — CLOUD VENDOR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architecture. The agents disagree.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 must choose between three cloud vendors. The board mandated 99.99% uptime after a $210K outage.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25603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430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Stratos Cloud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262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8A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best SLA and fixed pricing, subject to four specific conditions for safe selection.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5603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Apex Systems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9669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3291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$34K billing dispute in company history, and no financial SLA accountability.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disagree: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Devil’s Advocate champions Stratos for its SLA strength; Risk flags a 47-person company with proprietary lock-in. Briefing synthesizes both positions into a conditional recommendation with four specific conditions for safe selection.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0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avoided: $710,000.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8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— TRACEABILITY &amp; HUMAN AUTHORITY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</a:t>
            </a:r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autonomous decisions.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822960" y="21945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70432" y="2505456"/>
            <a:ext cx="164592" cy="164592"/>
          </a:xfrm>
          <a:prstGeom prst="rect">
            <a:avLst/>
          </a:prstGeom>
          <a:solidFill>
            <a:srgbClr val="E0A9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26464" y="24140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Downloadable audit trail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27980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flow, Band coordination log, all five agent reports, risk scores, and a compliance attestation certifying zero autonomous decisions — one-click download for auditors, boards, and regulators.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8728" y="21945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626200" y="2505456"/>
            <a:ext cx="164592" cy="164592"/>
          </a:xfrm>
          <a:prstGeom prst="rect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82232" y="24140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Downloadable executive brief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6200" y="27980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board-ready brief, exportable as a formatted PDF for distribution.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7947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170432" y="4105656"/>
            <a:ext cx="164592" cy="164592"/>
          </a:xfrm>
          <a:prstGeom prst="rect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426464" y="40142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Human-in-the-loop follow-up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70432" y="43982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pipeline completes, the decision-maker asks questions through Band. Briefing Agent answers with full context from all five agents.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8728" y="37947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626200" y="4105656"/>
            <a:ext cx="164592" cy="164592"/>
          </a:xfrm>
          <a:prstGeom prst="rect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82232" y="40142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6200" y="43982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commits, signs, or sends. The system recommends; authority stays with the human at every stage.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 BY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0" y="5669280"/>
            <a:ext cx="4206240" cy="0"/>
          </a:xfrm>
          <a:prstGeom prst="line">
            <a:avLst/>
          </a:prstGeom>
          <a:noFill/>
          <a:ln w="15875">
            <a:solidFill>
              <a:srgbClr val="1B1B2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949440" y="5449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— at every stage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Band.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coordination — parallel broadcast, shared rooms, and an observable audit trail. The reason five agents function as a team, not five isolated scripts.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0138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AI/ML API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78426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for four agents — document parsing, adversarial analysis, risk scoring, and brief generation. The primary inference backbone of SentinelOps.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97317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37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Featherless AI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15605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inference (Qwen3-30B-A3B) — primary provider for the Precedent Agent. Not a fallback — a deliberate architectural choice for institutional memory retrieval.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frameworks, one room.  </a:t>
            </a:r>
            <a:pPr indent="0" marL="0">
              <a:buNone/>
            </a:pPr>
            <a:r>
              <a:rPr lang="en-US" sz="15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· LangChain · OpenAI SDK — all coordinated through Band.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FILE CLOSES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system recommends.
</a:t>
            </a:r>
            <a:pPr indent="0" marL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9184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github.com/KaraboMolemworx/sentinelops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9184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GitHub Pages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Regulated &amp; High-Stakes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5285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Karabo Matsepane &amp; Ziphezinhle Mqadi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$2.4M found in minutes.  Zero autonomous decisions.  </a:t>
            </a:r>
            <a:pPr indent="0" marL="0">
              <a:buNone/>
            </a:pPr>
            <a:r>
              <a:rPr lang="en-US" sz="1600" b="1" i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-420000">
            <a:off x="9144000" y="118872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0"/>
            </a:srgbClr>
          </a:solidFill>
          <a:ln w="38100">
            <a:solidFill>
              <a:srgbClr val="E0A93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 rot="-420000">
            <a:off x="914400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SentinelOps — Decision File</dc:title>
  <dc:subject>PptxGenJS Presentation</dc:subject>
  <dc:creator>SentinelOps</dc:creator>
  <cp:lastModifiedBy>SentinelOps</cp:lastModifiedBy>
  <cp:revision>1</cp:revision>
  <dcterms:created xsi:type="dcterms:W3CDTF">2026-06-15T19:54:06Z</dcterms:created>
  <dcterms:modified xsi:type="dcterms:W3CDTF">2026-06-15T19:54:06Z</dcterms:modified>
</cp:coreProperties>
</file>